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3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7315200" cy="9601200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65" d="100"/>
          <a:sy n="65" d="100"/>
        </p:scale>
        <p:origin x="93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748618E9-EE2D-4864-9EEE-58939BD4FB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317D1EC0-23FF-4FC8-B22D-E34878EAA4CC}"/>
                </a:ext>
              </a:extLst>
            </p:cNvPr>
            <p:cNvCxnSpPr>
              <a:cxnSpLocks/>
            </p:cNvCxnSpPr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5AB929A7-258C-4469-AAB4-A67D713F7A8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DA635CDB-2D00-49D5-B26E-0694A25000C7}"/>
                </a:ext>
              </a:extLst>
            </p:cNvPr>
            <p:cNvCxnSpPr>
              <a:cxnSpLocks/>
            </p:cNvCxnSpPr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B4288D7A-F857-418D-92F2-368E841B9F27}"/>
                </a:ext>
              </a:extLst>
            </p:cNvPr>
            <p:cNvCxnSpPr>
              <a:cxnSpLocks/>
            </p:cNvCxnSpPr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F1084F50-7F3C-4A4A-877E-FFD9EC7CD88B}"/>
                </a:ext>
              </a:extLst>
            </p:cNvPr>
            <p:cNvCxnSpPr>
              <a:cxnSpLocks/>
            </p:cNvCxnSpPr>
            <p:nvPr/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331E64C1-F4C0-4A94-B319-BB1A0A2450B5}"/>
                </a:ext>
              </a:extLst>
            </p:cNvPr>
            <p:cNvCxnSpPr>
              <a:cxnSpLocks/>
            </p:cNvCxnSpPr>
            <p:nvPr/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363D8374-8052-417F-AB69-B97EAC43D513}"/>
                </a:ext>
              </a:extLst>
            </p:cNvPr>
            <p:cNvCxnSpPr>
              <a:cxnSpLocks/>
            </p:cNvCxnSpPr>
            <p:nvPr/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C7750734-4D51-4019-A003-38A3DE49B434}"/>
                </a:ext>
              </a:extLst>
            </p:cNvPr>
            <p:cNvCxnSpPr>
              <a:cxnSpLocks/>
            </p:cNvCxnSpPr>
            <p:nvPr/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71B693D1-DBA2-4D3B-9B37-D9EE8C4112F4}"/>
                </a:ext>
              </a:extLst>
            </p:cNvPr>
            <p:cNvCxnSpPr>
              <a:cxnSpLocks/>
            </p:cNvCxnSpPr>
            <p:nvPr/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1BCD3EA8-E4C0-4AF6-817F-F9F29157A499}"/>
                </a:ext>
              </a:extLst>
            </p:cNvPr>
            <p:cNvCxnSpPr>
              <a:cxnSpLocks/>
            </p:cNvCxnSpPr>
            <p:nvPr/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7A170FB3-B397-4AC9-85FD-65388F26D90A}"/>
                </a:ext>
              </a:extLst>
            </p:cNvPr>
            <p:cNvCxnSpPr>
              <a:cxnSpLocks/>
            </p:cNvCxnSpPr>
            <p:nvPr/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BE5EC0B9-49C7-4777-AEC5-B5EF8DE40498}"/>
                </a:ext>
              </a:extLst>
            </p:cNvPr>
            <p:cNvCxnSpPr>
              <a:cxnSpLocks/>
            </p:cNvCxnSpPr>
            <p:nvPr/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7902048B-30F7-4434-87A5-140F9BB4BEB1}"/>
                </a:ext>
              </a:extLst>
            </p:cNvPr>
            <p:cNvCxnSpPr>
              <a:cxnSpLocks/>
            </p:cNvCxnSpPr>
            <p:nvPr/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0500A6E2-A41C-4751-8A4E-9A0C5718D930}"/>
                </a:ext>
              </a:extLst>
            </p:cNvPr>
            <p:cNvCxnSpPr>
              <a:cxnSpLocks/>
            </p:cNvCxnSpPr>
            <p:nvPr/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FC259517-7BE7-45F9-81C0-3A6362BF143C}"/>
                </a:ext>
              </a:extLst>
            </p:cNvPr>
            <p:cNvCxnSpPr>
              <a:cxnSpLocks/>
            </p:cNvCxnSpPr>
            <p:nvPr/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90652F56-7B71-42B2-AB68-22204A6DF177}"/>
                </a:ext>
              </a:extLst>
            </p:cNvPr>
            <p:cNvCxnSpPr>
              <a:cxnSpLocks/>
            </p:cNvCxnSpPr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1059830E-1C3D-4D42-8789-524971CB465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B53325A7-86D3-4B52-A7E3-ADDF408B406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6D53F46F-EC12-484C-A4E7-791E57687AC1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464ED9CA-8950-47B8-A9ED-22B45CE15FBC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E4429F7B-9FD7-438F-8ECA-3FCAD006180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0C558100-D455-4B41-890C-BCC898B2D16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F2886397-398A-4318-BE16-2CBAC1902F9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7D32A3A6-CE6E-4ABD-8522-2C8DC88C070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F9014C09-5B84-4798-8BDE-C80D76E67B8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2A29EB9E-ED9D-4C69-8A26-9A7A0A830569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AA2899F9-1795-416F-8F3D-26EEB684DB6A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E3043474-8625-495C-BD06-3627FD286C5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D432CE47-7631-408E-8DDC-79EE378B707B}"/>
                </a:ext>
              </a:extLst>
            </p:cNvPr>
            <p:cNvCxnSpPr>
              <a:cxnSpLocks/>
            </p:cNvCxnSpPr>
            <p:nvPr/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B2C8832D-8B8D-4036-B913-2D363143274B}"/>
                </a:ext>
              </a:extLst>
            </p:cNvPr>
            <p:cNvCxnSpPr>
              <a:cxnSpLocks/>
            </p:cNvCxnSpPr>
            <p:nvPr/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1CCEFEAF-E87B-4FF2-A947-94CABAA0610D}"/>
                </a:ext>
              </a:extLst>
            </p:cNvPr>
            <p:cNvCxnSpPr>
              <a:cxnSpLocks/>
            </p:cNvCxnSpPr>
            <p:nvPr/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43A7CD3-94E1-42A9-BAB7-2AFCD9FCBD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1078" y="722903"/>
            <a:ext cx="10495904" cy="2460770"/>
          </a:xfrm>
        </p:spPr>
        <p:txBody>
          <a:bodyPr anchor="b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467609B-8FD3-4FF7-8EBC-6619CA868B3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1078" y="3428997"/>
            <a:ext cx="10495904" cy="2306639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39" name="Right Triangle 38">
            <a:extLst>
              <a:ext uri="{FF2B5EF4-FFF2-40B4-BE49-F238E27FC236}">
                <a16:creationId xmlns:a16="http://schemas.microsoft.com/office/drawing/2014/main" id="{2437C4A8-8E3A-4ADA-93B9-64737CE1AB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3500000">
            <a:off x="-281093" y="2607907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C7A76F-3401-4F50-AE85-8F2AA247B9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2BA41-EC5B-4197-BCC8-0FD2E523CD7A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F02E50-D34E-4DD4-8B3B-55D08F25F5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91078" y="236364"/>
            <a:ext cx="4114800" cy="417126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B53B71-D2FA-4DDC-9C9C-E26F7B591A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99443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0D8D6B-70A2-430A-9F5D-DA093D8C16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4A2845-6CA6-4745-A951-25B8D5319D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049424-7A20-4BA1-9F60-671A5DBB3B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2BA41-EC5B-4197-BCC8-0FD2E523CD7A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1BD2B2-E17F-402E-8EA3-5C7C1118A8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D23070-8658-4AC0-B2A3-4BE605A840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48835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A69DB7AC-F7D7-430A-A2A7-CD3EBBF1D3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66AAF10E-F092-4160-BF4A-FF568555B790}"/>
                </a:ext>
              </a:extLst>
            </p:cNvPr>
            <p:cNvCxnSpPr>
              <a:cxnSpLocks/>
            </p:cNvCxnSpPr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36341C04-9B94-4385-A661-7B8C1700049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F4C1D709-6A0F-409C-B2D0-C248E562265E}"/>
                </a:ext>
              </a:extLst>
            </p:cNvPr>
            <p:cNvCxnSpPr>
              <a:cxnSpLocks/>
            </p:cNvCxnSpPr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B999BE53-BA11-4B67-BFBB-6281DB50C75D}"/>
                </a:ext>
              </a:extLst>
            </p:cNvPr>
            <p:cNvCxnSpPr>
              <a:cxnSpLocks/>
            </p:cNvCxnSpPr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9B662D93-31C1-4DFB-A938-E631F89AA9F0}"/>
                </a:ext>
              </a:extLst>
            </p:cNvPr>
            <p:cNvCxnSpPr>
              <a:cxnSpLocks/>
            </p:cNvCxnSpPr>
            <p:nvPr/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97ECC8DA-0BEC-4508-89D4-12FA35B481F5}"/>
                </a:ext>
              </a:extLst>
            </p:cNvPr>
            <p:cNvCxnSpPr>
              <a:cxnSpLocks/>
            </p:cNvCxnSpPr>
            <p:nvPr/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67DC8E6C-1B78-4B89-82DD-BBA778CD1482}"/>
                </a:ext>
              </a:extLst>
            </p:cNvPr>
            <p:cNvCxnSpPr>
              <a:cxnSpLocks/>
            </p:cNvCxnSpPr>
            <p:nvPr/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28E5F54A-0315-4B15-B865-1F0460526260}"/>
                </a:ext>
              </a:extLst>
            </p:cNvPr>
            <p:cNvCxnSpPr>
              <a:cxnSpLocks/>
            </p:cNvCxnSpPr>
            <p:nvPr/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4DD7F352-DE39-4835-8D3F-69CDEC490F1E}"/>
                </a:ext>
              </a:extLst>
            </p:cNvPr>
            <p:cNvCxnSpPr>
              <a:cxnSpLocks/>
            </p:cNvCxnSpPr>
            <p:nvPr/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49D6F20A-F777-4F41-B23B-735A64FA5DA3}"/>
                </a:ext>
              </a:extLst>
            </p:cNvPr>
            <p:cNvCxnSpPr>
              <a:cxnSpLocks/>
            </p:cNvCxnSpPr>
            <p:nvPr/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21BBADBA-0F74-418B-BC50-AD44596C3EF8}"/>
                </a:ext>
              </a:extLst>
            </p:cNvPr>
            <p:cNvCxnSpPr>
              <a:cxnSpLocks/>
            </p:cNvCxnSpPr>
            <p:nvPr/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3918BE26-88E5-457C-8095-745F34D15366}"/>
                </a:ext>
              </a:extLst>
            </p:cNvPr>
            <p:cNvCxnSpPr>
              <a:cxnSpLocks/>
            </p:cNvCxnSpPr>
            <p:nvPr/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4FB269E0-E058-4340-B93D-7D40FFF521F3}"/>
                </a:ext>
              </a:extLst>
            </p:cNvPr>
            <p:cNvCxnSpPr>
              <a:cxnSpLocks/>
            </p:cNvCxnSpPr>
            <p:nvPr/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EDDD9AEE-5501-4385-B339-4616F567B53D}"/>
                </a:ext>
              </a:extLst>
            </p:cNvPr>
            <p:cNvCxnSpPr>
              <a:cxnSpLocks/>
            </p:cNvCxnSpPr>
            <p:nvPr/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84D29C61-8926-4C98-882B-AB90108C8386}"/>
                </a:ext>
              </a:extLst>
            </p:cNvPr>
            <p:cNvCxnSpPr>
              <a:cxnSpLocks/>
            </p:cNvCxnSpPr>
            <p:nvPr/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CAC585F9-B633-4F7E-AADE-75079DC17158}"/>
                </a:ext>
              </a:extLst>
            </p:cNvPr>
            <p:cNvCxnSpPr>
              <a:cxnSpLocks/>
            </p:cNvCxnSpPr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E5DC6366-5525-4FBC-9886-D4409F6B2993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7CC03CF9-098C-4140-806A-023D3DC3F2E3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D9C41BC4-89DF-4EC4-A141-9EF16D8EEB5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432AD067-E64C-499E-9C0A-A7252587441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6653DD54-FA2B-4B91-A94E-3C46AE21B38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586AC204-156B-442E-B028-01036BD1F26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303512DE-F013-431A-9F6E-ADDA88FB2DD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8E95FEE1-61A9-4065-B9F8-5589180AC62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5028AA59-C1FA-46C0-BFDD-1C1D3404C81C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0A5C99EE-B791-470A-8639-0357A751EB43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454F4204-F48B-4AF5-B11E-0CE7D972AC3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076643FE-3966-4B82-9623-C61A56EDD20C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2DD769C5-B1B1-45BD-A40A-67E6568C8434}"/>
                </a:ext>
              </a:extLst>
            </p:cNvPr>
            <p:cNvCxnSpPr>
              <a:cxnSpLocks/>
            </p:cNvCxnSpPr>
            <p:nvPr/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2A511707-50C7-48B2-81F7-5C82BF57795C}"/>
                </a:ext>
              </a:extLst>
            </p:cNvPr>
            <p:cNvCxnSpPr>
              <a:cxnSpLocks/>
            </p:cNvCxnSpPr>
            <p:nvPr/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838D44F3-CCFE-48A0-8414-FFF5E43D9184}"/>
                </a:ext>
              </a:extLst>
            </p:cNvPr>
            <p:cNvCxnSpPr>
              <a:cxnSpLocks/>
            </p:cNvCxnSpPr>
            <p:nvPr/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2D126FE0-8204-40BB-AD46-4A0C7A475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8" y="718115"/>
            <a:ext cx="10312571" cy="278150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25E350-4200-419C-A167-527DD6B777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1078" y="3753350"/>
            <a:ext cx="10312571" cy="1991572"/>
          </a:xfrm>
        </p:spPr>
        <p:txBody>
          <a:bodyPr/>
          <a:lstStyle>
            <a:lvl1pPr marL="0" indent="0">
              <a:buNone/>
              <a:defRPr lang="en-US" sz="24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Right Triangle 38">
            <a:extLst>
              <a:ext uri="{FF2B5EF4-FFF2-40B4-BE49-F238E27FC236}">
                <a16:creationId xmlns:a16="http://schemas.microsoft.com/office/drawing/2014/main" id="{6741F519-22CF-4C01-B140-5480DBAB30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3500000">
            <a:off x="-281093" y="2607907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5D1550-9064-4767-B70A-3501AF956C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2BA41-EC5B-4197-BCC8-0FD2E523CD7A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1E1C33-2E8E-4041-9683-12048CB8AB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D36992-B921-4F3F-9C4A-0D67E618D1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7897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ACFDF5-4B31-4F1B-83BA-82A9510379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8" y="722903"/>
            <a:ext cx="10312571" cy="135484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4EC9A6-F718-4497-8A75-637EE17458E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91078" y="2345843"/>
            <a:ext cx="5009584" cy="32743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503E57-9695-4508-9778-B3DB1FB5FA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935075" y="2345843"/>
            <a:ext cx="5068574" cy="32743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74CEE6-B9DC-4CCC-8F4C-0B4DADFB01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2BA41-EC5B-4197-BCC8-0FD2E523CD7A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C85191-5804-47C9-95EB-D49D715737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6B0A03-44F6-4299-B45D-E07A023906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03078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6920E6-CC97-4BD8-92FE-8F36024D0E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8" y="722900"/>
            <a:ext cx="10320062" cy="14075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3872FB-EDD5-42FB-8A9A-279EAD4FB0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1078" y="2331481"/>
            <a:ext cx="4963444" cy="540072"/>
          </a:xfrm>
        </p:spPr>
        <p:txBody>
          <a:bodyPr anchor="b"/>
          <a:lstStyle>
            <a:lvl1pPr marL="0" indent="0">
              <a:buNone/>
              <a:defRPr sz="24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45F28C1-95C8-476A-8D93-D580DD39D8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91078" y="2954564"/>
            <a:ext cx="4963444" cy="27903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315485-EE1A-41B0-873A-BA9D06E88BF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03351" y="2331481"/>
            <a:ext cx="4900298" cy="540072"/>
          </a:xfrm>
        </p:spPr>
        <p:txBody>
          <a:bodyPr anchor="b"/>
          <a:lstStyle>
            <a:lvl1pPr marL="0" indent="0">
              <a:buNone/>
              <a:defRPr sz="24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581A6FB-1583-4A1B-A4A7-C65062C57B7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03351" y="2954564"/>
            <a:ext cx="4900298" cy="27903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A29EA7-E61E-4617-9DA9-40B9299B328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3587" y="6215870"/>
            <a:ext cx="3843779" cy="417126"/>
          </a:xfrm>
        </p:spPr>
        <p:txBody>
          <a:bodyPr/>
          <a:lstStyle/>
          <a:p>
            <a:fld id="{8F72BA41-EC5B-4197-BCC8-0FD2E523CD7A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56249CC-EB72-46A6-87D9-5FBDA8E450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91078" y="236364"/>
            <a:ext cx="4114800" cy="417126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AA04EE7-47BE-4ECE-A170-793C4E5695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80203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EE4946-24AD-40DD-95A7-49BA49C227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8" y="722903"/>
            <a:ext cx="10501177" cy="1401231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D8CF342-49F6-482D-943E-7E50B1694A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2BA41-EC5B-4197-BCC8-0FD2E523CD7A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64033E5-3797-4FF8-866F-9FD9325A9F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91078" y="236364"/>
            <a:ext cx="4114800" cy="417126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DC1E67-424D-4638-98F8-38E71A4100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7751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45BED274-5EB4-4EF4-B353-E55BD50265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E0418BE5-560E-4E49-B12D-B555511FED72}"/>
                </a:ext>
              </a:extLst>
            </p:cNvPr>
            <p:cNvCxnSpPr>
              <a:cxnSpLocks/>
            </p:cNvCxnSpPr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849D1162-73B9-420F-BCBE-95039D00CD24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92BA76FE-316A-48E2-A03B-4E05691C4348}"/>
                </a:ext>
              </a:extLst>
            </p:cNvPr>
            <p:cNvCxnSpPr>
              <a:cxnSpLocks/>
            </p:cNvCxnSpPr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0E678FBC-A6AD-4422-BA24-A4172F8862CA}"/>
                </a:ext>
              </a:extLst>
            </p:cNvPr>
            <p:cNvCxnSpPr>
              <a:cxnSpLocks/>
            </p:cNvCxnSpPr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DD3C5C3E-2D08-43F0-AFAC-E15360CA7D34}"/>
                </a:ext>
              </a:extLst>
            </p:cNvPr>
            <p:cNvCxnSpPr>
              <a:cxnSpLocks/>
            </p:cNvCxnSpPr>
            <p:nvPr/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E0BEAC62-AF92-4A65-9790-6F6E0C6C5A1F}"/>
                </a:ext>
              </a:extLst>
            </p:cNvPr>
            <p:cNvCxnSpPr>
              <a:cxnSpLocks/>
            </p:cNvCxnSpPr>
            <p:nvPr/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3C77D7C5-E76E-4E82-BFC4-9A75D2C8089D}"/>
                </a:ext>
              </a:extLst>
            </p:cNvPr>
            <p:cNvCxnSpPr>
              <a:cxnSpLocks/>
            </p:cNvCxnSpPr>
            <p:nvPr/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C66E0152-96B9-4067-80D3-D9BDE6D7EC95}"/>
                </a:ext>
              </a:extLst>
            </p:cNvPr>
            <p:cNvCxnSpPr>
              <a:cxnSpLocks/>
            </p:cNvCxnSpPr>
            <p:nvPr/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0918AFCC-B9DA-4092-8FBA-2CFEDB0388E3}"/>
                </a:ext>
              </a:extLst>
            </p:cNvPr>
            <p:cNvCxnSpPr>
              <a:cxnSpLocks/>
            </p:cNvCxnSpPr>
            <p:nvPr/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91EC7D33-C87E-4812-A722-53C5D99272B5}"/>
                </a:ext>
              </a:extLst>
            </p:cNvPr>
            <p:cNvCxnSpPr>
              <a:cxnSpLocks/>
            </p:cNvCxnSpPr>
            <p:nvPr/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95F239E3-501A-4C3C-9BE4-6BFA0D3126B7}"/>
                </a:ext>
              </a:extLst>
            </p:cNvPr>
            <p:cNvCxnSpPr>
              <a:cxnSpLocks/>
            </p:cNvCxnSpPr>
            <p:nvPr/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9B62BF3B-95BB-4188-AAE5-015A0EF3D186}"/>
                </a:ext>
              </a:extLst>
            </p:cNvPr>
            <p:cNvCxnSpPr>
              <a:cxnSpLocks/>
            </p:cNvCxnSpPr>
            <p:nvPr/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B14E5F0F-0124-40D0-A0BF-AE307A0E15F4}"/>
                </a:ext>
              </a:extLst>
            </p:cNvPr>
            <p:cNvCxnSpPr>
              <a:cxnSpLocks/>
            </p:cNvCxnSpPr>
            <p:nvPr/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2BADC3B1-26C7-4CF1-B29D-4D0DEA3E2633}"/>
                </a:ext>
              </a:extLst>
            </p:cNvPr>
            <p:cNvCxnSpPr>
              <a:cxnSpLocks/>
            </p:cNvCxnSpPr>
            <p:nvPr/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A0A7DF6E-1132-4A80-9B18-593B1ACD7784}"/>
                </a:ext>
              </a:extLst>
            </p:cNvPr>
            <p:cNvCxnSpPr>
              <a:cxnSpLocks/>
            </p:cNvCxnSpPr>
            <p:nvPr/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9EF19589-10D8-4A8F-A0B1-F7CE380E3001}"/>
                </a:ext>
              </a:extLst>
            </p:cNvPr>
            <p:cNvCxnSpPr>
              <a:cxnSpLocks/>
            </p:cNvCxnSpPr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28E6BB32-C4F8-4914-88D3-7DC5E79D023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A8F046EE-9DBA-4924-A19C-ED8741F5F81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8AABBC44-ABA8-4913-824E-64D344724644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54272B22-1C39-47A0-8551-73666AFBEECC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08CDFF66-464C-4ABF-BB01-00500A3B751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3079FC88-BD3B-4C04-9B90-0FC93C17921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B1FCAED8-8687-4141-A7C3-0D88ACEDFECA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065038E6-7B32-460F-B804-D6C105FF44C9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EC5DAE85-AD17-454B-AB64-CEFF52FDAB9D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8C603643-2066-4967-AE4B-9DA143843B2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437E9533-9B07-43E3-B939-7BADC01FEE86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EDCCAAEE-AB2E-4534-893A-3DB109499FB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48BD39A2-970F-4714-AAA6-67EE99A0EAA9}"/>
                </a:ext>
              </a:extLst>
            </p:cNvPr>
            <p:cNvCxnSpPr>
              <a:cxnSpLocks/>
            </p:cNvCxnSpPr>
            <p:nvPr/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CF4A1387-348B-4E46-9B65-FDF76ED0EF20}"/>
                </a:ext>
              </a:extLst>
            </p:cNvPr>
            <p:cNvCxnSpPr>
              <a:cxnSpLocks/>
            </p:cNvCxnSpPr>
            <p:nvPr/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BF5DAF27-A54D-442A-93E4-BA7F04EAE379}"/>
                </a:ext>
              </a:extLst>
            </p:cNvPr>
            <p:cNvCxnSpPr>
              <a:cxnSpLocks/>
            </p:cNvCxnSpPr>
            <p:nvPr/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2EA265F-80A1-448D-A6EB-CE8D6F6EC7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2BA41-EC5B-4197-BCC8-0FD2E523CD7A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815D00D-89E6-4E7A-9A4D-A8CCEB3BED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2B5AEA-8C38-4776-878C-AB01474D91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67253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Right Triangle 39">
            <a:extLst>
              <a:ext uri="{FF2B5EF4-FFF2-40B4-BE49-F238E27FC236}">
                <a16:creationId xmlns:a16="http://schemas.microsoft.com/office/drawing/2014/main" id="{C4853C57-22BC-4465-8B37-DC06FE5A00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3500000">
            <a:off x="-281092" y="3144857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E67C0A6-48E9-4845-9EBF-EF2A3DFD27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3587" y="713677"/>
            <a:ext cx="4499914" cy="2996581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A8B542-2084-485C-ABFC-94340B4C7E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98672" y="708102"/>
            <a:ext cx="5656716" cy="5430644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647791F-9546-470D-A174-D75285263C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3587" y="3976544"/>
            <a:ext cx="4499914" cy="2162201"/>
          </a:xfrm>
        </p:spPr>
        <p:txBody>
          <a:bodyPr>
            <a:normAutofit/>
          </a:bodyPr>
          <a:lstStyle>
            <a:lvl1pPr marL="0" indent="0">
              <a:buNone/>
              <a:defRPr lang="en-US" sz="2400" b="0" i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lv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Clr>
                <a:schemeClr val="tx2">
                  <a:lumMod val="50000"/>
                  <a:lumOff val="50000"/>
                </a:schemeClr>
              </a:buClr>
              <a:buSzPct val="75000"/>
              <a:buFont typeface="Wingdings" panose="05000000000000000000" pitchFamily="2" charset="2"/>
              <a:buNone/>
            </a:pPr>
            <a:r>
              <a:rPr lang="en-US"/>
              <a:t>Click to edit Master text styles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0550D594-9D00-4E12-9A7B-8B78EC1994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C5DEA230-2680-47DD-BD49-FDBF4C1105A5}"/>
                </a:ext>
              </a:extLst>
            </p:cNvPr>
            <p:cNvCxnSpPr>
              <a:cxnSpLocks/>
            </p:cNvCxnSpPr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EF0BA61D-887F-46F1-B20D-EA4C38D467C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F350DFBA-D16D-4AE0-8339-58C4089B94AD}"/>
                </a:ext>
              </a:extLst>
            </p:cNvPr>
            <p:cNvCxnSpPr>
              <a:cxnSpLocks/>
            </p:cNvCxnSpPr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CF4AAAA5-CEFC-4C25-91D3-5AE49F720DA5}"/>
                </a:ext>
              </a:extLst>
            </p:cNvPr>
            <p:cNvCxnSpPr>
              <a:cxnSpLocks/>
            </p:cNvCxnSpPr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14D142AD-3FA3-43E4-8A61-61CF1E415684}"/>
                </a:ext>
              </a:extLst>
            </p:cNvPr>
            <p:cNvCxnSpPr>
              <a:cxnSpLocks/>
            </p:cNvCxnSpPr>
            <p:nvPr/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9C3755A3-93F4-4EC4-9635-7E89E4AF1D3F}"/>
                </a:ext>
              </a:extLst>
            </p:cNvPr>
            <p:cNvCxnSpPr>
              <a:cxnSpLocks/>
            </p:cNvCxnSpPr>
            <p:nvPr/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E0BFB588-0AB8-4BD8-9272-1CA867726018}"/>
                </a:ext>
              </a:extLst>
            </p:cNvPr>
            <p:cNvCxnSpPr>
              <a:cxnSpLocks/>
            </p:cNvCxnSpPr>
            <p:nvPr/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F45A6DF3-CF29-4480-A235-EAE88D65A63C}"/>
                </a:ext>
              </a:extLst>
            </p:cNvPr>
            <p:cNvCxnSpPr>
              <a:cxnSpLocks/>
            </p:cNvCxnSpPr>
            <p:nvPr/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9D6FF036-365A-4C15-8E15-0D5BBEBCEA58}"/>
                </a:ext>
              </a:extLst>
            </p:cNvPr>
            <p:cNvCxnSpPr>
              <a:cxnSpLocks/>
            </p:cNvCxnSpPr>
            <p:nvPr/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A85E76FF-4E86-4E42-B67E-B11AAE8D3076}"/>
                </a:ext>
              </a:extLst>
            </p:cNvPr>
            <p:cNvCxnSpPr>
              <a:cxnSpLocks/>
            </p:cNvCxnSpPr>
            <p:nvPr/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41A64CEE-7CED-4EB2-A414-6F2D91E824F9}"/>
                </a:ext>
              </a:extLst>
            </p:cNvPr>
            <p:cNvCxnSpPr>
              <a:cxnSpLocks/>
            </p:cNvCxnSpPr>
            <p:nvPr/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012C571B-47A6-49EB-A29F-678368BAED9F}"/>
                </a:ext>
              </a:extLst>
            </p:cNvPr>
            <p:cNvCxnSpPr>
              <a:cxnSpLocks/>
            </p:cNvCxnSpPr>
            <p:nvPr/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3160B109-845C-4119-BB66-9887B3859A7D}"/>
                </a:ext>
              </a:extLst>
            </p:cNvPr>
            <p:cNvCxnSpPr>
              <a:cxnSpLocks/>
            </p:cNvCxnSpPr>
            <p:nvPr/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B68B7447-FF64-42D9-B3C6-2BDC6F547EDE}"/>
                </a:ext>
              </a:extLst>
            </p:cNvPr>
            <p:cNvCxnSpPr>
              <a:cxnSpLocks/>
            </p:cNvCxnSpPr>
            <p:nvPr/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4FFF9B71-8653-450D-AFBE-2140D586FB50}"/>
                </a:ext>
              </a:extLst>
            </p:cNvPr>
            <p:cNvCxnSpPr>
              <a:cxnSpLocks/>
            </p:cNvCxnSpPr>
            <p:nvPr/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EF0B9E5A-C1DA-445C-A911-721DF98DDCDD}"/>
                </a:ext>
              </a:extLst>
            </p:cNvPr>
            <p:cNvCxnSpPr>
              <a:cxnSpLocks/>
            </p:cNvCxnSpPr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F5C9A3DC-A478-4469-9359-34A435689F36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D7DE3299-EED7-4771-A270-F6B02941AD6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B434422A-5B59-41DC-8E2A-1A8244580E3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4A176117-0990-434B-A9D9-B4B9043C544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A7D6425E-C84A-462F-98F8-D0AB4FC3AF88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AF13AB68-7321-4AC2-AC60-0F417877D078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FE275CCE-D06F-49D0-8A47-372C5040330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9D4B374E-EEBC-4A9C-B3B4-B269EC71985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2D80A7E6-BBEF-4EF1-B14A-29F26BFCF8E6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2D7BC013-9B50-459D-8B8D-F756514A478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E48964C0-675D-4807-B795-4B695A8F842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96911512-51A8-4CE7-A043-425C809EB5F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43C15D1E-0EDF-4AD7-90C7-3D8D64E645DB}"/>
                </a:ext>
              </a:extLst>
            </p:cNvPr>
            <p:cNvCxnSpPr>
              <a:cxnSpLocks/>
            </p:cNvCxnSpPr>
            <p:nvPr/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78265A2D-2A6A-4301-B59F-8BAD98D9A57B}"/>
                </a:ext>
              </a:extLst>
            </p:cNvPr>
            <p:cNvCxnSpPr>
              <a:cxnSpLocks/>
            </p:cNvCxnSpPr>
            <p:nvPr/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D4A4907F-2D1D-49D1-882D-119AA5E1183B}"/>
                </a:ext>
              </a:extLst>
            </p:cNvPr>
            <p:cNvCxnSpPr>
              <a:cxnSpLocks/>
            </p:cNvCxnSpPr>
            <p:nvPr/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6A2284-37AB-43F5-98B8-8AB49DBFA9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2BA41-EC5B-4197-BCC8-0FD2E523CD7A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D8ABAA-E2F7-4C89-99ED-2C340220DD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52EF12-B2CD-4F3C-9F19-A869154050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33124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0DDA6865-0A03-48FA-AD6E-D5BF8FDE92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2277E8EB-0DA2-40E4-AD12-1CCD0D262D0B}"/>
                </a:ext>
              </a:extLst>
            </p:cNvPr>
            <p:cNvCxnSpPr>
              <a:cxnSpLocks/>
            </p:cNvCxnSpPr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75BFE9F8-907A-4FFC-9FDE-2B51D238C40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4BDDC323-8732-4007-BB81-1BE917E3B2FF}"/>
                </a:ext>
              </a:extLst>
            </p:cNvPr>
            <p:cNvCxnSpPr>
              <a:cxnSpLocks/>
            </p:cNvCxnSpPr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B908FC40-8403-438D-95CA-E4EDC66192A9}"/>
                </a:ext>
              </a:extLst>
            </p:cNvPr>
            <p:cNvCxnSpPr>
              <a:cxnSpLocks/>
            </p:cNvCxnSpPr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5411D218-3FEA-4455-9809-91F029FB55AE}"/>
                </a:ext>
              </a:extLst>
            </p:cNvPr>
            <p:cNvCxnSpPr>
              <a:cxnSpLocks/>
            </p:cNvCxnSpPr>
            <p:nvPr/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A541390F-BE50-4E4E-9DA2-B5F23F1A93D8}"/>
                </a:ext>
              </a:extLst>
            </p:cNvPr>
            <p:cNvCxnSpPr>
              <a:cxnSpLocks/>
            </p:cNvCxnSpPr>
            <p:nvPr/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0EB3F094-97B5-48E1-A4DE-8BEED2550283}"/>
                </a:ext>
              </a:extLst>
            </p:cNvPr>
            <p:cNvCxnSpPr>
              <a:cxnSpLocks/>
            </p:cNvCxnSpPr>
            <p:nvPr/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2D4DBB43-CB34-4881-9445-A7FE131D5327}"/>
                </a:ext>
              </a:extLst>
            </p:cNvPr>
            <p:cNvCxnSpPr>
              <a:cxnSpLocks/>
            </p:cNvCxnSpPr>
            <p:nvPr/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8B71F972-027A-47F0-996C-84BFE4574050}"/>
                </a:ext>
              </a:extLst>
            </p:cNvPr>
            <p:cNvCxnSpPr>
              <a:cxnSpLocks/>
            </p:cNvCxnSpPr>
            <p:nvPr/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3C41353D-93C8-43F8-BBDE-7AB6B29EC38C}"/>
                </a:ext>
              </a:extLst>
            </p:cNvPr>
            <p:cNvCxnSpPr>
              <a:cxnSpLocks/>
            </p:cNvCxnSpPr>
            <p:nvPr/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5CF07B24-CBD8-4F09-81EB-504285F8E115}"/>
                </a:ext>
              </a:extLst>
            </p:cNvPr>
            <p:cNvCxnSpPr>
              <a:cxnSpLocks/>
            </p:cNvCxnSpPr>
            <p:nvPr/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B27873BB-1D79-4055-801C-BDA0F9A15136}"/>
                </a:ext>
              </a:extLst>
            </p:cNvPr>
            <p:cNvCxnSpPr>
              <a:cxnSpLocks/>
            </p:cNvCxnSpPr>
            <p:nvPr/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8008D42B-2F35-497E-A26D-9AF008619D43}"/>
                </a:ext>
              </a:extLst>
            </p:cNvPr>
            <p:cNvCxnSpPr>
              <a:cxnSpLocks/>
            </p:cNvCxnSpPr>
            <p:nvPr/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07F57499-C4D9-4B7D-BADA-38462AA3164E}"/>
                </a:ext>
              </a:extLst>
            </p:cNvPr>
            <p:cNvCxnSpPr>
              <a:cxnSpLocks/>
            </p:cNvCxnSpPr>
            <p:nvPr/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1271F2B9-1FFA-4350-9370-B098459A2324}"/>
                </a:ext>
              </a:extLst>
            </p:cNvPr>
            <p:cNvCxnSpPr>
              <a:cxnSpLocks/>
            </p:cNvCxnSpPr>
            <p:nvPr/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38FBAFFC-DC8F-4BB4-B405-E4AAA269AED4}"/>
                </a:ext>
              </a:extLst>
            </p:cNvPr>
            <p:cNvCxnSpPr>
              <a:cxnSpLocks/>
            </p:cNvCxnSpPr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F94FCE64-D7A5-411A-8795-932DD39F952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E0B4ECFC-FD43-44CF-B7FA-2A8C5651400F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99DFBC12-1E1D-44DE-9966-BAB05B246636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B9BEF096-361C-478B-81EB-37584119BFE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EFC81993-CE86-4910-B9CE-B69375BDCEE3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475613D7-9FB0-4D33-8784-EC059DE019C8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D520AFD9-E849-4F42-99B2-928E6098C29A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6A200B0B-91CD-4D66-ADFC-9585D283103C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B5DB0C45-30CE-4C85-95C6-FFF4977C646A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BDC31604-5F93-436D-A9D2-A48846D4E0D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1FF1B965-7DE1-4AE3-B28B-DB6847BC52CC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EFD9FB65-4392-4D6A-8ACC-8151F682BFE8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4B40380C-3493-4AFE-BF13-AE68A8D244B4}"/>
                </a:ext>
              </a:extLst>
            </p:cNvPr>
            <p:cNvCxnSpPr>
              <a:cxnSpLocks/>
            </p:cNvCxnSpPr>
            <p:nvPr/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3CB21DF1-4859-4991-9C10-F8FA68F41013}"/>
                </a:ext>
              </a:extLst>
            </p:cNvPr>
            <p:cNvCxnSpPr>
              <a:cxnSpLocks/>
            </p:cNvCxnSpPr>
            <p:nvPr/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354AD212-17DC-4506-AAA0-34A46A0B11C3}"/>
                </a:ext>
              </a:extLst>
            </p:cNvPr>
            <p:cNvCxnSpPr>
              <a:cxnSpLocks/>
            </p:cNvCxnSpPr>
            <p:nvPr/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5B556E7-762B-4E18-A961-A4F7A9ECF9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3587" y="713677"/>
            <a:ext cx="4434823" cy="3020519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B7118AF-C54D-406D-AABE-AED6576D128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698672" y="713677"/>
            <a:ext cx="5304977" cy="543064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0" name="Right Triangle 39">
            <a:extLst>
              <a:ext uri="{FF2B5EF4-FFF2-40B4-BE49-F238E27FC236}">
                <a16:creationId xmlns:a16="http://schemas.microsoft.com/office/drawing/2014/main" id="{205CDEB9-8DED-4711-8140-4C943FC2CD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3500000">
            <a:off x="-281093" y="3143304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2E13C3F-6360-4760-9477-C3831A6E26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3587" y="3970330"/>
            <a:ext cx="4434823" cy="2173992"/>
          </a:xfrm>
        </p:spPr>
        <p:txBody>
          <a:bodyPr/>
          <a:lstStyle>
            <a:lvl1pPr marL="0" indent="0">
              <a:buNone/>
              <a:defRPr lang="en-US" sz="2400" b="0" i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192D3B-60EE-4FC5-9ED7-4445300844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2BA41-EC5B-4197-BCC8-0FD2E523CD7A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CF831E-9B19-4936-8BC9-F62A9B118B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71E1D1-F7A2-40D0-91DA-07468A9651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12895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9BD70F-ACE4-4595-845E-2296BDF83B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6978CD9-E0B5-4B48-8366-91E6D22C9F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FAF4B4-44D3-4E29-B235-A1B8682077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2BA41-EC5B-4197-BCC8-0FD2E523CD7A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D7BA37-9639-480E-84AB-EA277225CA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BFC658-154E-48DE-AD31-813E5170C9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53722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65405209-5179-4359-91ED-1B1A46619A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0E32344F-3BE0-4CE8-B1BD-9ABD425E1C0D}"/>
                </a:ext>
              </a:extLst>
            </p:cNvPr>
            <p:cNvCxnSpPr>
              <a:cxnSpLocks/>
            </p:cNvCxnSpPr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599DE306-F4FB-4730-A066-ADF38D739563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CCB32885-303F-477F-A081-27425944F230}"/>
                </a:ext>
              </a:extLst>
            </p:cNvPr>
            <p:cNvCxnSpPr>
              <a:cxnSpLocks/>
            </p:cNvCxnSpPr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260C0C0B-4CD0-467D-A382-2B2415102C48}"/>
                </a:ext>
              </a:extLst>
            </p:cNvPr>
            <p:cNvCxnSpPr>
              <a:cxnSpLocks/>
            </p:cNvCxnSpPr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5788DF0F-327F-43A5-AB71-3D32053D83CA}"/>
                </a:ext>
              </a:extLst>
            </p:cNvPr>
            <p:cNvCxnSpPr>
              <a:cxnSpLocks/>
            </p:cNvCxnSpPr>
            <p:nvPr/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298A0902-2662-4911-A532-AA6310861479}"/>
                </a:ext>
              </a:extLst>
            </p:cNvPr>
            <p:cNvCxnSpPr>
              <a:cxnSpLocks/>
            </p:cNvCxnSpPr>
            <p:nvPr/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4ABDA4F7-23F4-46D1-8B7E-A21DD84083E1}"/>
                </a:ext>
              </a:extLst>
            </p:cNvPr>
            <p:cNvCxnSpPr>
              <a:cxnSpLocks/>
            </p:cNvCxnSpPr>
            <p:nvPr/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D7FC9FC2-8808-438E-8FFB-5FE416BFB5C8}"/>
                </a:ext>
              </a:extLst>
            </p:cNvPr>
            <p:cNvCxnSpPr>
              <a:cxnSpLocks/>
            </p:cNvCxnSpPr>
            <p:nvPr/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204694E5-71F9-4210-9BE8-FC12CC177BD3}"/>
                </a:ext>
              </a:extLst>
            </p:cNvPr>
            <p:cNvCxnSpPr>
              <a:cxnSpLocks/>
            </p:cNvCxnSpPr>
            <p:nvPr/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0B37E805-A7E5-4906-B0C5-1373F3DA9628}"/>
                </a:ext>
              </a:extLst>
            </p:cNvPr>
            <p:cNvCxnSpPr>
              <a:cxnSpLocks/>
            </p:cNvCxnSpPr>
            <p:nvPr/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7A4CD964-FBD6-41AB-8A02-9509A2BAC11F}"/>
                </a:ext>
              </a:extLst>
            </p:cNvPr>
            <p:cNvCxnSpPr>
              <a:cxnSpLocks/>
            </p:cNvCxnSpPr>
            <p:nvPr/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E9CD7FF8-E827-4E0A-BCE2-CCB34EDAC0FC}"/>
                </a:ext>
              </a:extLst>
            </p:cNvPr>
            <p:cNvCxnSpPr>
              <a:cxnSpLocks/>
            </p:cNvCxnSpPr>
            <p:nvPr/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5C4AD6BB-F1EE-4FB8-96E8-6890447800EC}"/>
                </a:ext>
              </a:extLst>
            </p:cNvPr>
            <p:cNvCxnSpPr>
              <a:cxnSpLocks/>
            </p:cNvCxnSpPr>
            <p:nvPr/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FE935057-E0A3-4DAE-B9C8-6E818D7A7205}"/>
                </a:ext>
              </a:extLst>
            </p:cNvPr>
            <p:cNvCxnSpPr>
              <a:cxnSpLocks/>
            </p:cNvCxnSpPr>
            <p:nvPr/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308DDF69-1C14-453C-BC3A-37D3FE69DFC7}"/>
                </a:ext>
              </a:extLst>
            </p:cNvPr>
            <p:cNvCxnSpPr>
              <a:cxnSpLocks/>
            </p:cNvCxnSpPr>
            <p:nvPr/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E6C26D82-15BA-4B2E-A42D-2ECA8012D307}"/>
                </a:ext>
              </a:extLst>
            </p:cNvPr>
            <p:cNvCxnSpPr>
              <a:cxnSpLocks/>
            </p:cNvCxnSpPr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D7F73B67-E5E9-4000-91DA-034B2127EFD2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EAFAC1B5-F0DD-4FC0-B4C9-77CB29DF442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D9ACB3DB-54B2-4CEE-A791-C6FC6C758DA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68324004-1030-47D9-B817-425FF6ECCECC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1AA001C4-81AB-4FA6-ADAA-C8618056353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8D1DAD34-7844-4F16-9874-F51F2A23B9EA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77DCBC6D-1BDA-4CB1-A3EC-59F240C8FA19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E5B3C1A0-58E7-47E4-831B-CF3EE21D1E9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08A09FAA-E123-4FE4-B67A-9EBDE1A3130F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5317B7C6-C816-4A58-B184-135E4FD19F5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24D22ABB-4CE8-47DC-80BF-39B3E4CF7048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3A17DE37-A292-4031-AF42-CDB00A13EE76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B73EF673-CB75-435F-9BF3-7594EC3ADF8F}"/>
                </a:ext>
              </a:extLst>
            </p:cNvPr>
            <p:cNvCxnSpPr>
              <a:cxnSpLocks/>
            </p:cNvCxnSpPr>
            <p:nvPr/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D35F4581-15F6-47EE-87D0-1132A093DBA5}"/>
                </a:ext>
              </a:extLst>
            </p:cNvPr>
            <p:cNvCxnSpPr>
              <a:cxnSpLocks/>
            </p:cNvCxnSpPr>
            <p:nvPr/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565CF984-F5BD-45C4-9A12-B02DB4F044E1}"/>
                </a:ext>
              </a:extLst>
            </p:cNvPr>
            <p:cNvCxnSpPr>
              <a:cxnSpLocks/>
            </p:cNvCxnSpPr>
            <p:nvPr/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9" name="Right Triangle 38">
            <a:extLst>
              <a:ext uri="{FF2B5EF4-FFF2-40B4-BE49-F238E27FC236}">
                <a16:creationId xmlns:a16="http://schemas.microsoft.com/office/drawing/2014/main" id="{ACE66A86-8455-497B-9CA4-F460A19E5F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8900000">
            <a:off x="7770390" y="-287370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5868C62B-71EF-4824-9EE8-6CAE1798423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707774" y="715616"/>
            <a:ext cx="3295876" cy="502659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243E4C8-4AA9-49D7-BF71-1AB5F2CFE1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83588" y="715616"/>
            <a:ext cx="6770448" cy="502659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7898B3-014E-440B-BA4E-1063392128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2BA41-EC5B-4197-BCC8-0FD2E523CD7A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C22643-CE63-4C3E-B437-5A1A5EF911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D1CE5E-160A-4B37-94E2-3D9DC75BFF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5108C-154A-4A5A-9C05-91A49A422BA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56145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Group 38">
            <a:extLst>
              <a:ext uri="{FF2B5EF4-FFF2-40B4-BE49-F238E27FC236}">
                <a16:creationId xmlns:a16="http://schemas.microsoft.com/office/drawing/2014/main" id="{BDF0D99C-5D42-41C6-A50C-C4E2D6B2A3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5F28962D-50BA-43F8-8863-28ECE711D3FC}"/>
                </a:ext>
              </a:extLst>
            </p:cNvPr>
            <p:cNvCxnSpPr>
              <a:cxnSpLocks/>
            </p:cNvCxnSpPr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780F5939-D4E0-46FD-9A5A-5D648E381092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8633D331-78CB-40A1-B167-8185EC5D707B}"/>
                </a:ext>
              </a:extLst>
            </p:cNvPr>
            <p:cNvCxnSpPr>
              <a:cxnSpLocks/>
            </p:cNvCxnSpPr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C512E4B1-E78E-49E7-AA36-374CC1B084E4}"/>
                </a:ext>
              </a:extLst>
            </p:cNvPr>
            <p:cNvCxnSpPr>
              <a:cxnSpLocks/>
            </p:cNvCxnSpPr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A7D46340-CBFC-490F-B44E-7AA8FBF58B05}"/>
                </a:ext>
              </a:extLst>
            </p:cNvPr>
            <p:cNvCxnSpPr>
              <a:cxnSpLocks/>
            </p:cNvCxnSpPr>
            <p:nvPr/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3575C26C-3EBD-4AA9-BA4D-2561E295D65D}"/>
                </a:ext>
              </a:extLst>
            </p:cNvPr>
            <p:cNvCxnSpPr>
              <a:cxnSpLocks/>
            </p:cNvCxnSpPr>
            <p:nvPr/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235DB6BE-E065-4559-BF5C-36B56B379040}"/>
                </a:ext>
              </a:extLst>
            </p:cNvPr>
            <p:cNvCxnSpPr>
              <a:cxnSpLocks/>
            </p:cNvCxnSpPr>
            <p:nvPr/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3DA54272-CD9D-4F68-BBAB-4F0C0C3EC635}"/>
                </a:ext>
              </a:extLst>
            </p:cNvPr>
            <p:cNvCxnSpPr>
              <a:cxnSpLocks/>
            </p:cNvCxnSpPr>
            <p:nvPr/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A002CE8F-9256-4F2C-B474-58873717119E}"/>
                </a:ext>
              </a:extLst>
            </p:cNvPr>
            <p:cNvCxnSpPr>
              <a:cxnSpLocks/>
            </p:cNvCxnSpPr>
            <p:nvPr/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59C9DE9F-4252-401D-913E-B74C9E326F98}"/>
                </a:ext>
              </a:extLst>
            </p:cNvPr>
            <p:cNvCxnSpPr>
              <a:cxnSpLocks/>
            </p:cNvCxnSpPr>
            <p:nvPr/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8FE4E69B-534F-4A80-9E1C-798BEE1B0795}"/>
                </a:ext>
              </a:extLst>
            </p:cNvPr>
            <p:cNvCxnSpPr>
              <a:cxnSpLocks/>
            </p:cNvCxnSpPr>
            <p:nvPr/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27564E1C-009C-4832-AE8D-E98286693F0C}"/>
                </a:ext>
              </a:extLst>
            </p:cNvPr>
            <p:cNvCxnSpPr>
              <a:cxnSpLocks/>
            </p:cNvCxnSpPr>
            <p:nvPr/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4305DF1C-5801-43F2-A8B9-5351369418C0}"/>
                </a:ext>
              </a:extLst>
            </p:cNvPr>
            <p:cNvCxnSpPr>
              <a:cxnSpLocks/>
            </p:cNvCxnSpPr>
            <p:nvPr/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806E71C8-0783-4E17-9B34-F51231DD2954}"/>
                </a:ext>
              </a:extLst>
            </p:cNvPr>
            <p:cNvCxnSpPr>
              <a:cxnSpLocks/>
            </p:cNvCxnSpPr>
            <p:nvPr/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FD908F17-2A89-4B0A-A2EA-692390969FE0}"/>
                </a:ext>
              </a:extLst>
            </p:cNvPr>
            <p:cNvCxnSpPr>
              <a:cxnSpLocks/>
            </p:cNvCxnSpPr>
            <p:nvPr/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FBE22751-380F-44F9-BEED-0A553CF87BE5}"/>
                </a:ext>
              </a:extLst>
            </p:cNvPr>
            <p:cNvCxnSpPr>
              <a:cxnSpLocks/>
            </p:cNvCxnSpPr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77B27910-846F-4E4E-B588-F5B2E026FE96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E6E0501E-134E-46D7-984F-3A382B0BB29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90A83974-CBD7-4A69-9D84-2D3BBDE027A5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A503E931-00D4-4B0C-BC69-49FE5C766518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97732A30-BE2F-4D71-BC37-60F7B44591B9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0C8EB840-DE7D-4E67-989C-F4D8F50E15BD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F05D2CC2-53CC-487E-A72E-42B1E9B1846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03A12D6B-1D60-4F26-8FB9-74AD5B070BDF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41895D00-2D63-443C-95A8-5EB6E5EECBFF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6AC50652-2A56-4382-95D0-971644EE0FA9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DA50A374-8880-482D-B54F-F74E0D7BE187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C66364D8-CCC7-4AAF-94BC-766EC160D99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4A0DC409-26E2-4453-89FD-745EA849BE7F}"/>
                </a:ext>
              </a:extLst>
            </p:cNvPr>
            <p:cNvCxnSpPr>
              <a:cxnSpLocks/>
            </p:cNvCxnSpPr>
            <p:nvPr/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239ED039-D66C-4A5E-AA35-E7A5FA2E64C2}"/>
                </a:ext>
              </a:extLst>
            </p:cNvPr>
            <p:cNvCxnSpPr>
              <a:cxnSpLocks/>
            </p:cNvCxnSpPr>
            <p:nvPr/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C72C13DC-161E-49CF-96B5-5383AA052AB7}"/>
                </a:ext>
              </a:extLst>
            </p:cNvPr>
            <p:cNvCxnSpPr>
              <a:cxnSpLocks/>
            </p:cNvCxnSpPr>
            <p:nvPr/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5103067-48DA-458C-99F6-9921C19A80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9" y="725951"/>
            <a:ext cx="10325000" cy="14424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B86862-507E-4F73-890F-3B77BCFA3F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1079" y="2340131"/>
            <a:ext cx="10325000" cy="35644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FBC0BB-AF05-4753-9159-41A16FBFC3B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83587" y="6215870"/>
            <a:ext cx="3843779" cy="417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72BA41-EC5B-4197-BCC8-0FD2E523CD7A}" type="datetimeFigureOut">
              <a:rPr lang="en-US" smtClean="0"/>
              <a:pPr/>
              <a:t>4/9/2026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362F82-EA1A-4B02-8A64-3B44C0D9DAC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91078" y="236364"/>
            <a:ext cx="4114800" cy="417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C5EF32-1CA9-4CDA-8182-2FB0C30A0F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03649" y="6215870"/>
            <a:ext cx="979151" cy="417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15108C-154A-4A5A-9C05-91A49A422BA7}" type="slidenum">
              <a:rPr lang="en-US" smtClean="0"/>
              <a:pPr/>
              <a:t>‹Nº›</a:t>
            </a:fld>
            <a:endParaRPr lang="en-US" dirty="0"/>
          </a:p>
        </p:txBody>
      </p:sp>
      <p:sp>
        <p:nvSpPr>
          <p:cNvPr id="7" name="Right Triangle 6">
            <a:extLst>
              <a:ext uri="{FF2B5EF4-FFF2-40B4-BE49-F238E27FC236}">
                <a16:creationId xmlns:a16="http://schemas.microsoft.com/office/drawing/2014/main" id="{63BAC6E0-ADAC-40FB-AF53-88FA5F8373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3500000">
            <a:off x="-281094" y="1516214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608035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Clr>
          <a:schemeClr val="tx2">
            <a:lumMod val="50000"/>
            <a:lumOff val="50000"/>
          </a:schemeClr>
        </a:buClr>
        <a:buSzPct val="75000"/>
        <a:buFont typeface="Wingdings" panose="05000000000000000000" pitchFamily="2" charset="2"/>
        <a:buChar char="§"/>
        <a:defRPr sz="2000" kern="1200">
          <a:solidFill>
            <a:schemeClr val="tx2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tx2">
            <a:lumMod val="50000"/>
            <a:lumOff val="50000"/>
          </a:schemeClr>
        </a:buClr>
        <a:buSzPct val="75000"/>
        <a:buFont typeface="Wingdings" panose="05000000000000000000" pitchFamily="2" charset="2"/>
        <a:buChar char="§"/>
        <a:defRPr sz="1800" kern="1200">
          <a:solidFill>
            <a:schemeClr val="tx2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tx2">
            <a:lumMod val="50000"/>
            <a:lumOff val="50000"/>
          </a:schemeClr>
        </a:buClr>
        <a:buSzPct val="75000"/>
        <a:buFont typeface="Wingdings" panose="05000000000000000000" pitchFamily="2" charset="2"/>
        <a:buChar char="§"/>
        <a:defRPr sz="1600" kern="1200">
          <a:solidFill>
            <a:schemeClr val="tx2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tx2">
            <a:lumMod val="50000"/>
            <a:lumOff val="50000"/>
          </a:schemeClr>
        </a:buClr>
        <a:buSzPct val="75000"/>
        <a:buFont typeface="Wingdings" panose="05000000000000000000" pitchFamily="2" charset="2"/>
        <a:buChar char="§"/>
        <a:defRPr sz="1400" kern="1200">
          <a:solidFill>
            <a:schemeClr val="tx2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tx2">
            <a:lumMod val="50000"/>
            <a:lumOff val="50000"/>
          </a:schemeClr>
        </a:buClr>
        <a:buSzPct val="75000"/>
        <a:buFont typeface="Wingdings" panose="05000000000000000000" pitchFamily="2" charset="2"/>
        <a:buChar char="§"/>
        <a:defRPr sz="14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7FE5201-BB98-480C-BADB-207C8F8938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389B4FDB-F9D1-4D43-B86D-51ACE9F907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037B23DA-4E0E-49BE-810E-C7637A07D4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D65CA7FE-FCD5-47C3-92FB-F49AC69F07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EAD5018E-7FB8-4FEA-AA3F-0FD36E374B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C4A88892-D552-45DB-8CCD-6C9A16ACF3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CB1D7A35-3512-4D9A-B5D9-88E8A93954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4ACB0DD2-9414-48A9-BA79-D51E16632F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5AA1E851-0464-4EC3-8219-C796250F0A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1CAADBF1-0CE2-427F-BEFD-78D4E64BF0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2802B401-1D95-400A-8D9E-187246678D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13F0EAFB-F3A2-4D25-B560-F52A25906C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1CFFB80C-E3CE-4819-BDF0-4D68A9A0D9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3B0BA09C-F68C-40C4-B9F9-9D9724CFFD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8C3E693F-C86C-4623-AA42-E883D6374D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C96482AA-F56C-40B0-8222-3F76E3CC0B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302A172B-1DBA-4520-AFAF-08E154349D4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7F0BAB68-600A-48AF-BBC0-D1362225CC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752F0024-3921-4943-BD75-8B8E54FC8B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6D632151-7D28-4DE9-BA72-C4FDEF1E25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3D6BFC43-3BCE-427B-BAC0-F42B78D05C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B0CDE154-7BBB-4C66-9015-97400737B91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E477CCD5-EA4B-4626-BD59-A76E926500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DB4D9CD3-DD4C-4140-9D1A-A3B5217FD5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851245D5-14B2-48E8-88BA-467904EEAF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ACC1EB80-3911-41A9-A8E6-5966A0E473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F5611626-2449-4313-BB89-F50B6E7D5D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C2C8FC9E-6640-4CBC-BAB7-FCBDC5634E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60DD99DF-C91C-40A4-A8BE-DDA9140A4B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AF4A4E36-7BA6-445B-A7ED-470D4BFC39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035AC5C2-3974-4BD4-B657-1F17DD2CC2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00611033-3144-473A-80C6-F4FB900F93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7C39CA26-B170-4CA4-A8FB-61C194ADCA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5" name="Right Triangle 44">
            <a:extLst>
              <a:ext uri="{FF2B5EF4-FFF2-40B4-BE49-F238E27FC236}">
                <a16:creationId xmlns:a16="http://schemas.microsoft.com/office/drawing/2014/main" id="{2A56D982-198E-436A-A2D7-B9877B3706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3500000">
            <a:off x="-281091" y="1528453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5ED66BA-6568-85EF-923F-250A83A862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04763" y="55291"/>
            <a:ext cx="10811122" cy="1944459"/>
          </a:xfrm>
        </p:spPr>
        <p:txBody>
          <a:bodyPr anchor="ctr">
            <a:normAutofit/>
          </a:bodyPr>
          <a:lstStyle/>
          <a:p>
            <a:r>
              <a:rPr lang="es-MX" b="1" dirty="0">
                <a:latin typeface="Aldhabi" panose="01000000000000000000" pitchFamily="2" charset="-78"/>
                <a:cs typeface="Aldhabi" panose="01000000000000000000" pitchFamily="2" charset="-78"/>
              </a:rPr>
              <a:t>Detección de Fraude en Transacciones Financieras</a:t>
            </a:r>
            <a:endParaRPr lang="es-CL" b="1" dirty="0">
              <a:latin typeface="Aldhabi" panose="01000000000000000000" pitchFamily="2" charset="-78"/>
              <a:cs typeface="Aldhabi" panose="01000000000000000000" pitchFamily="2" charset="-78"/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41E0942-0C75-6650-FA9D-5729FCB9C19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7373" y="2883021"/>
            <a:ext cx="5398903" cy="3248150"/>
          </a:xfrm>
        </p:spPr>
        <p:txBody>
          <a:bodyPr anchor="ctr">
            <a:normAutofit/>
          </a:bodyPr>
          <a:lstStyle/>
          <a:p>
            <a:r>
              <a:rPr lang="es-CL" dirty="0"/>
              <a:t>Nombre: Christopher Freymuth</a:t>
            </a:r>
          </a:p>
          <a:p>
            <a:r>
              <a:rPr lang="es-CL" dirty="0"/>
              <a:t>Sección: 001D</a:t>
            </a:r>
          </a:p>
          <a:p>
            <a:r>
              <a:rPr lang="es-CL" dirty="0"/>
              <a:t>Fecha:10/04/2026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83842B6A-FBC4-DA00-F7B5-4B3B1C81CA3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608806" y="2883021"/>
            <a:ext cx="3356687" cy="32469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89842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4977289-5AD2-E6A4-5589-D75912DD87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9" y="725951"/>
            <a:ext cx="10325000" cy="645649"/>
          </a:xfrm>
        </p:spPr>
        <p:txBody>
          <a:bodyPr>
            <a:normAutofit fontScale="90000"/>
          </a:bodyPr>
          <a:lstStyle/>
          <a:p>
            <a:pPr algn="ctr"/>
            <a:r>
              <a:rPr lang="es-CL" i="1" u="sng" dirty="0">
                <a:latin typeface="Arial Nova" panose="020B0504020202020204" pitchFamily="34" charset="0"/>
              </a:rPr>
              <a:t>Contexto y Objetivo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80CE98B-958A-FF41-A89C-51438FEE49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s-CL" dirty="0"/>
              <a:t>Podremos ver un conjunto de datos </a:t>
            </a:r>
            <a:r>
              <a:rPr lang="es-MX" dirty="0"/>
              <a:t>simulado de transacciones con tarjeta de crédito que contiene transacciones legítimas y fraudulentas desde el 1 de enero de 2019 hasta el 31 de diciembre de 2020. </a:t>
            </a:r>
          </a:p>
          <a:p>
            <a:pPr marL="0" indent="0">
              <a:buNone/>
            </a:pPr>
            <a:endParaRPr lang="es-CL" dirty="0"/>
          </a:p>
          <a:p>
            <a:pPr marL="0" indent="0">
              <a:buNone/>
            </a:pPr>
            <a:endParaRPr lang="es-CL" dirty="0"/>
          </a:p>
          <a:p>
            <a:pPr marL="0" indent="0">
              <a:buNone/>
            </a:pPr>
            <a:r>
              <a:rPr lang="es-CL" dirty="0"/>
              <a:t>El objetivo de esto es desarrollar un flujo de procesamientos y análisis de datos </a:t>
            </a:r>
            <a:r>
              <a:rPr lang="es-MX" dirty="0"/>
              <a:t>para la detección de anomalías financieras, aplicando técnicas avanzadas de limpieza, transformación y visualización, esto nos permitirá generar </a:t>
            </a:r>
            <a:r>
              <a:rPr lang="es-MX" dirty="0" err="1"/>
              <a:t>insights</a:t>
            </a:r>
            <a:r>
              <a:rPr lang="es-MX" dirty="0"/>
              <a:t> que apoyen la toma de decisiones en ciberseguridad bancaria.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34453391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1C582B07-D0F0-4B6B-A5D9-D2F192CB3A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F0DF507A-93F2-457B-96CF-EF53EB4BAB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172E1ACB-AF25-4108-82C6-F693B8BB8F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8C2A7820-61FD-4B72-80CB-A85A80A9CD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BDCE785A-BCA8-44B2-B593-20A42DBCBE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BEF54E81-AFA9-44A2-B415-6E0BA18E52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C8DCA485-4DE7-4A87-922D-35155873FC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92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AA50A66F-823F-4660-9760-986BEA972C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931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DC0BFD1C-FE76-4166-9F4E-37D9CBDC69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4271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7ABEC15D-7341-4CB2-9B92-F58B603EB2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2610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8C4F1560-2EA6-420C-8310-7951F18951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0949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6DB80988-AE2E-469F-BDDF-0D6E9A51BD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09289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8C3FDBC1-098B-429A-83C5-239E5C56EE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762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C457BD0B-4B37-4F0F-8ED7-D264F89320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059680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FC40AFA6-4AFD-4E8B-A6C0-557D54B4FF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043074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22E874F7-207D-4F22-B6A7-A3F547919A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026468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3CAC127B-3C30-4112-921C-F770D713ED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009862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DC1082CD-6597-4566-A12C-BD959992D8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19D52A11-E12F-4BB0-ADF6-BA4CE6687E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727F78F8-BDE9-473B-9CFA-CA51A73A89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1459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AB7DE3DB-4973-484B-A477-412AB11C9F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57478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B575D33A-D947-4F71-A726-818445A7A2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0035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437F4009-7D2A-4673-85F8-7CCCD7777B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343240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4AA316E8-7445-4474-B0E7-191E5F4410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886121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3C1D4CA5-2350-4E55-ADC8-C1CA001127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429002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08B78627-04C4-4D50-9FA6-68EB7D4E6F0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971883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870A4F1E-A458-4E1A-A6D6-5007DE0CD2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514764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195D12D0-52CE-44FA-A5F8-466509DE6F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057645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988B4310-F944-4E13-820E-BDD05D1ACF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600526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E9ED4AF0-9A52-49FA-B834-C1893AEE5C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5262216C-FC7D-464F-A99E-FC135AF8CF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143407"/>
              <a:ext cx="12192000" cy="0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E1AA7EEB-A40D-4405-B4D9-123554E051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84225" y="171716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4B5FC0E1-2EBE-439C-AB26-731570DD08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508412" y="173267"/>
              <a:ext cx="0" cy="6511464"/>
            </a:xfrm>
            <a:prstGeom prst="line">
              <a:avLst/>
            </a:prstGeom>
            <a:ln w="12700">
              <a:solidFill>
                <a:srgbClr val="BCBCBC">
                  <a:alpha val="29804"/>
                </a:srgb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9" name="Right Triangle 48">
            <a:extLst>
              <a:ext uri="{FF2B5EF4-FFF2-40B4-BE49-F238E27FC236}">
                <a16:creationId xmlns:a16="http://schemas.microsoft.com/office/drawing/2014/main" id="{1597F3C8-11A3-4F02-8391-14A8E4B942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3500000">
            <a:off x="-281094" y="1506366"/>
            <a:ext cx="568289" cy="568289"/>
          </a:xfrm>
          <a:prstGeom prst="rtTriangle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D209145-8E4A-1471-D664-10E952CAB2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635" y="21649"/>
            <a:ext cx="4784334" cy="1363917"/>
          </a:xfrm>
        </p:spPr>
        <p:txBody>
          <a:bodyPr anchor="ctr">
            <a:normAutofit/>
          </a:bodyPr>
          <a:lstStyle/>
          <a:p>
            <a:r>
              <a:rPr lang="es-CL" b="1" i="1" dirty="0"/>
              <a:t>Herramientas 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DCB8740-E93B-E2F8-782C-5DB915FBD1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66961" y="160704"/>
            <a:ext cx="5321790" cy="2152912"/>
          </a:xfrm>
        </p:spPr>
        <p:txBody>
          <a:bodyPr anchor="ctr">
            <a:normAutofit/>
          </a:bodyPr>
          <a:lstStyle/>
          <a:p>
            <a:pPr lvl="1"/>
            <a:r>
              <a:rPr lang="es-CL" dirty="0"/>
              <a:t>Python: Elegimos este entorno para garantizar la reproducibilidad. </a:t>
            </a:r>
          </a:p>
          <a:p>
            <a:pPr lvl="1"/>
            <a:r>
              <a:rPr lang="es-MX" dirty="0"/>
              <a:t>Permite el uso de herramientas potentes como </a:t>
            </a:r>
            <a:r>
              <a:rPr lang="es-MX" b="1" dirty="0"/>
              <a:t>Pandas</a:t>
            </a:r>
            <a:r>
              <a:rPr lang="es-MX" dirty="0"/>
              <a:t> para la manipulación de grandes volúmenes de datos y </a:t>
            </a:r>
            <a:r>
              <a:rPr lang="es-MX" b="1" dirty="0" err="1"/>
              <a:t>Seaborn</a:t>
            </a:r>
            <a:r>
              <a:rPr lang="es-MX" b="1" dirty="0"/>
              <a:t>/</a:t>
            </a:r>
            <a:r>
              <a:rPr lang="es-MX" b="1" dirty="0" err="1"/>
              <a:t>Matplotlib</a:t>
            </a:r>
            <a:r>
              <a:rPr lang="es-MX" dirty="0"/>
              <a:t> para la visualización.</a:t>
            </a:r>
            <a:endParaRPr lang="es-CL" dirty="0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ADD7E6CB-BB37-C3CB-5216-5D89F6A88C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3249" y="1737258"/>
            <a:ext cx="5333960" cy="1546848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12FF22C5-4E9E-135D-A385-0317010EA2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405" y="3695796"/>
            <a:ext cx="5333960" cy="1480174"/>
          </a:xfrm>
          <a:prstGeom prst="rect">
            <a:avLst/>
          </a:prstGeom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id="{5EC12795-A6AC-5E99-2034-0239C4C1566B}"/>
              </a:ext>
            </a:extLst>
          </p:cNvPr>
          <p:cNvSpPr txBox="1"/>
          <p:nvPr/>
        </p:nvSpPr>
        <p:spPr>
          <a:xfrm>
            <a:off x="6597400" y="2481761"/>
            <a:ext cx="504015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dirty="0" err="1"/>
              <a:t>Jupyter</a:t>
            </a:r>
            <a:r>
              <a:rPr lang="es-CL" dirty="0"/>
              <a:t>:</a:t>
            </a:r>
            <a:r>
              <a:rPr lang="es-MX" dirty="0"/>
              <a:t>Permite ejecutar fragmentos de código por celdas, lo que facilita la </a:t>
            </a:r>
            <a:r>
              <a:rPr lang="es-MX" b="1" dirty="0"/>
              <a:t>validación inmediata</a:t>
            </a:r>
            <a:r>
              <a:rPr lang="es-MX" dirty="0"/>
              <a:t> de cada paso de la limpieza y transformación de datos.</a:t>
            </a:r>
            <a:endParaRPr lang="es-CL" dirty="0"/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C170673E-CCB5-949F-02A9-09882E1D35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43011" y="3898658"/>
            <a:ext cx="3987983" cy="2619741"/>
          </a:xfrm>
          <a:prstGeom prst="rect">
            <a:avLst/>
          </a:prstGeom>
        </p:spPr>
      </p:pic>
      <p:sp>
        <p:nvSpPr>
          <p:cNvPr id="13" name="CuadroTexto 12">
            <a:extLst>
              <a:ext uri="{FF2B5EF4-FFF2-40B4-BE49-F238E27FC236}">
                <a16:creationId xmlns:a16="http://schemas.microsoft.com/office/drawing/2014/main" id="{8794BC32-A01A-D1AE-4389-53E3DDE850BF}"/>
              </a:ext>
            </a:extLst>
          </p:cNvPr>
          <p:cNvSpPr txBox="1"/>
          <p:nvPr/>
        </p:nvSpPr>
        <p:spPr>
          <a:xfrm>
            <a:off x="4586887" y="5534179"/>
            <a:ext cx="43561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dirty="0"/>
              <a:t>Estructura de carpetas</a:t>
            </a:r>
          </a:p>
        </p:txBody>
      </p:sp>
      <p:cxnSp>
        <p:nvCxnSpPr>
          <p:cNvPr id="48" name="Conector recto de flecha 47">
            <a:extLst>
              <a:ext uri="{FF2B5EF4-FFF2-40B4-BE49-F238E27FC236}">
                <a16:creationId xmlns:a16="http://schemas.microsoft.com/office/drawing/2014/main" id="{B6A1E93C-EEBC-8BD1-98A9-D9DB345EEB71}"/>
              </a:ext>
            </a:extLst>
          </p:cNvPr>
          <p:cNvCxnSpPr>
            <a:cxnSpLocks/>
          </p:cNvCxnSpPr>
          <p:nvPr/>
        </p:nvCxnSpPr>
        <p:spPr>
          <a:xfrm flipV="1">
            <a:off x="7143765" y="5687299"/>
            <a:ext cx="525396" cy="4894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580038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65834E-D97C-4AAF-61F9-5BF359D069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9" y="195009"/>
            <a:ext cx="10325000" cy="586655"/>
          </a:xfrm>
        </p:spPr>
        <p:txBody>
          <a:bodyPr>
            <a:normAutofit fontScale="90000"/>
          </a:bodyPr>
          <a:lstStyle/>
          <a:p>
            <a:pPr algn="ctr"/>
            <a:r>
              <a:rPr lang="es-MX" dirty="0"/>
              <a:t>Procesamiento y Calidad de Datos</a:t>
            </a:r>
            <a:endParaRPr lang="es-CL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60A228AC-8761-8BB6-4F96-A0FE7024D18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06210" y="2417735"/>
            <a:ext cx="11579579" cy="25391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L" altLang="es-CL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Auditoría de Integridad:</a:t>
            </a:r>
            <a:r>
              <a:rPr kumimoji="0" lang="es-CL" altLang="es-CL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Verificación de valores nulos y eliminación de registros duplicados para asegurar datos </a:t>
            </a:r>
            <a:r>
              <a:rPr kumimoji="0" lang="es-CL" altLang="es-CL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unícos</a:t>
            </a:r>
            <a:r>
              <a:rPr kumimoji="0" lang="es-CL" altLang="es-CL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s-CL" altLang="es-CL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 Tex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L" altLang="es-CL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Tratamiento de </a:t>
            </a:r>
            <a:r>
              <a:rPr kumimoji="0" lang="es-CL" altLang="es-CL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Outliers</a:t>
            </a:r>
            <a:r>
              <a:rPr kumimoji="0" lang="es-CL" altLang="es-CL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(Valores Atípicos):</a:t>
            </a:r>
            <a:r>
              <a:rPr kumimoji="0" lang="es-CL" altLang="es-CL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Aplica</a:t>
            </a:r>
            <a:r>
              <a:rPr lang="es-CL" altLang="es-CL" sz="1800" dirty="0">
                <a:solidFill>
                  <a:schemeClr val="tx1"/>
                </a:solidFill>
                <a:latin typeface="Google Sans Text"/>
              </a:rPr>
              <a:t>remos</a:t>
            </a:r>
            <a:r>
              <a:rPr kumimoji="0" lang="es-CL" altLang="es-CL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el método de Rango Intercuartílico (IQR) para normalizar la distribución de montos.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s-CL" altLang="es-CL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 Tex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L" altLang="es-CL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Estandarización de Tipos:</a:t>
            </a:r>
            <a:r>
              <a:rPr kumimoji="0" lang="es-CL" altLang="es-CL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Conversión de variables a formatos numéricos.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s-CL" altLang="es-CL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oogle Sans Tex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L" altLang="es-CL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Modularidad:</a:t>
            </a:r>
            <a:r>
              <a:rPr kumimoji="0" lang="es-CL" altLang="es-CL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Implementación de funciones en scripts externos.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CL" altLang="es-CL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009587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30ACAC0-1EFE-ACC3-08FC-BF8F51C362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9" y="278287"/>
            <a:ext cx="10325000" cy="675146"/>
          </a:xfrm>
        </p:spPr>
        <p:txBody>
          <a:bodyPr>
            <a:normAutofit/>
          </a:bodyPr>
          <a:lstStyle/>
          <a:p>
            <a:pPr algn="ctr"/>
            <a:r>
              <a:rPr lang="es-MX" sz="3200" dirty="0"/>
              <a:t>Caracterización del Gasto y Tendencias Centrales</a:t>
            </a:r>
            <a:endParaRPr lang="es-CL" sz="3200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B9200CB-7F43-5934-86B3-671337B821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0565" y="1533831"/>
            <a:ext cx="11210870" cy="4439266"/>
          </a:xfrm>
        </p:spPr>
        <p:txBody>
          <a:bodyPr>
            <a:normAutofit fontScale="85000" lnSpcReduction="20000"/>
          </a:bodyPr>
          <a:lstStyle/>
          <a:p>
            <a:r>
              <a:rPr lang="es-CL" dirty="0"/>
              <a:t>Acá lo que podremos ver es:</a:t>
            </a:r>
          </a:p>
          <a:p>
            <a:endParaRPr lang="es-CL" dirty="0"/>
          </a:p>
          <a:p>
            <a:r>
              <a:rPr lang="es-CL" dirty="0"/>
              <a:t>Análisis descriptivo: promedios, medianas, distribuciones.</a:t>
            </a:r>
          </a:p>
          <a:p>
            <a:endParaRPr lang="es-CL" dirty="0"/>
          </a:p>
          <a:p>
            <a:r>
              <a:rPr lang="es-CL" dirty="0"/>
              <a:t>Análisis de relación:</a:t>
            </a:r>
            <a:r>
              <a:rPr lang="es-MX" dirty="0"/>
              <a:t>correlaciones o relaciones entre variables.</a:t>
            </a:r>
          </a:p>
          <a:p>
            <a:endParaRPr lang="es-MX" dirty="0"/>
          </a:p>
          <a:p>
            <a:r>
              <a:rPr lang="es-CL" dirty="0"/>
              <a:t>Análisis comparativo: </a:t>
            </a:r>
            <a:r>
              <a:rPr lang="es-MX" dirty="0"/>
              <a:t>grupos (por categoría, región, etc.).</a:t>
            </a:r>
          </a:p>
          <a:p>
            <a:endParaRPr lang="es-MX" dirty="0"/>
          </a:p>
          <a:p>
            <a:r>
              <a:rPr lang="es-CL" dirty="0"/>
              <a:t>Análisis Descriptivo: Acá utilizamos la mediana ya que es una medida de tendencia central mas robusta frente a valores extremos que el promedio.</a:t>
            </a:r>
          </a:p>
          <a:p>
            <a:endParaRPr lang="es-CL" dirty="0"/>
          </a:p>
          <a:p>
            <a:r>
              <a:rPr lang="es-CL" dirty="0"/>
              <a:t>Análisis Comparativo: Acá lo que se hizo fue </a:t>
            </a:r>
            <a:r>
              <a:rPr lang="es-MX" dirty="0"/>
              <a:t>agrupar por categoría permite identificar qué sectores económicos tienen mayor </a:t>
            </a:r>
            <a:r>
              <a:rPr lang="es-MX" b="1" dirty="0"/>
              <a:t>impacto financiero</a:t>
            </a:r>
            <a:r>
              <a:rPr lang="es-MX" dirty="0"/>
              <a:t> en caso de fraude.	</a:t>
            </a:r>
            <a:endParaRPr lang="es-CL" dirty="0"/>
          </a:p>
          <a:p>
            <a:endParaRPr lang="es-CL" dirty="0"/>
          </a:p>
          <a:p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1320604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53E6A36-7E0A-AF7B-37EF-3851F9B87C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1079" y="234042"/>
            <a:ext cx="10325000" cy="719391"/>
          </a:xfrm>
        </p:spPr>
        <p:txBody>
          <a:bodyPr>
            <a:normAutofit fontScale="90000"/>
          </a:bodyPr>
          <a:lstStyle/>
          <a:p>
            <a:pPr algn="ctr"/>
            <a:r>
              <a:rPr lang="es-CL" i="1" u="sng" dirty="0"/>
              <a:t>Validación y Hallazgos Finales</a:t>
            </a: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473B9D6E-45C3-2C14-6307-3B1CC63A078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91078" y="1751986"/>
            <a:ext cx="11257081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L" altLang="es-CL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Punto 1: Evidencia de Calidad (Validación):</a:t>
            </a:r>
            <a:endParaRPr kumimoji="0" lang="es-CL" altLang="es-CL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L" altLang="es-CL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Muestra brevemente que el </a:t>
            </a:r>
            <a:r>
              <a:rPr kumimoji="0" lang="es-CL" altLang="es-CL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dataset</a:t>
            </a:r>
            <a:r>
              <a:rPr kumimoji="0" lang="es-CL" altLang="es-CL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final tiene </a:t>
            </a:r>
            <a:r>
              <a:rPr kumimoji="0" lang="es-CL" altLang="es-CL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0 nulos y 0 duplicados.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s-CL" altLang="es-CL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L" altLang="es-CL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Argumento técnico:</a:t>
            </a:r>
            <a:r>
              <a:rPr kumimoji="0" lang="es-CL" altLang="es-CL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endParaRPr lang="es-CL" altLang="es-CL" sz="18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L" altLang="es-CL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Aplicamos técnicas de verificación de integridad para asegurar que nuestras conclusiones se basen en datos limpios y procedentes".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s-CL" altLang="es-CL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L" altLang="es-CL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Punto 2: El Hallazgo más importante (</a:t>
            </a:r>
            <a:r>
              <a:rPr kumimoji="0" lang="es-CL" altLang="es-CL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Insight</a:t>
            </a:r>
            <a:r>
              <a:rPr kumimoji="0" lang="es-CL" altLang="es-CL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):</a:t>
            </a:r>
            <a:endParaRPr kumimoji="0" lang="es-CL" altLang="es-CL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L" altLang="es-CL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El fraude no es aleatorio; se concentra en montos superiores al Q3 ($76.62 dólares) en categorías digitales.</a:t>
            </a:r>
            <a:endParaRPr kumimoji="0" lang="es-CL" altLang="es-CL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s-CL" altLang="es-CL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L" altLang="es-CL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Punto 3: Toma de Decisión (Recomendación):</a:t>
            </a:r>
            <a:endParaRPr kumimoji="0" lang="es-CL" altLang="es-CL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CL" altLang="es-CL" sz="1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Decisión: Implementar validación de segundo factor (SMS/Biometría) para transacciones &gt; $80 en trabajos de alto riesgo.</a:t>
            </a:r>
            <a:endParaRPr kumimoji="0" lang="es-CL" altLang="es-CL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CL" altLang="es-CL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22673827"/>
      </p:ext>
    </p:extLst>
  </p:cSld>
  <p:clrMapOvr>
    <a:masterClrMapping/>
  </p:clrMapOvr>
</p:sld>
</file>

<file path=ppt/theme/theme1.xml><?xml version="1.0" encoding="utf-8"?>
<a:theme xmlns:a="http://schemas.openxmlformats.org/drawingml/2006/main" name="CosineVTI">
  <a:themeElements>
    <a:clrScheme name="Custom 133">
      <a:dk1>
        <a:sysClr val="windowText" lastClr="000000"/>
      </a:dk1>
      <a:lt1>
        <a:sysClr val="window" lastClr="FFFFFF"/>
      </a:lt1>
      <a:dk2>
        <a:srgbClr val="2A2735"/>
      </a:dk2>
      <a:lt2>
        <a:srgbClr val="EEEEEE"/>
      </a:lt2>
      <a:accent1>
        <a:srgbClr val="1EBE9B"/>
      </a:accent1>
      <a:accent2>
        <a:srgbClr val="8F99BB"/>
      </a:accent2>
      <a:accent3>
        <a:srgbClr val="FD8686"/>
      </a:accent3>
      <a:accent4>
        <a:srgbClr val="A3A3C1"/>
      </a:accent4>
      <a:accent5>
        <a:srgbClr val="7162FE"/>
      </a:accent5>
      <a:accent6>
        <a:srgbClr val="E76445"/>
      </a:accent6>
      <a:hlink>
        <a:srgbClr val="EF08F7"/>
      </a:hlink>
      <a:folHlink>
        <a:srgbClr val="8477FE"/>
      </a:folHlink>
    </a:clrScheme>
    <a:fontScheme name="Custom 50">
      <a:majorFont>
        <a:latin typeface="Grandview"/>
        <a:ea typeface=""/>
        <a:cs typeface=""/>
      </a:majorFont>
      <a:minorFont>
        <a:latin typeface="Grandview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osineVTI" id="{4F4449D5-5E9D-4D83-9E2A-939F9CF20276}" vid="{03166EA1-370F-4321-A61E-8851365B4312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357</TotalTime>
  <Words>437</Words>
  <Application>Microsoft Office PowerPoint</Application>
  <PresentationFormat>Panorámica</PresentationFormat>
  <Paragraphs>46</Paragraphs>
  <Slides>6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6</vt:i4>
      </vt:variant>
    </vt:vector>
  </HeadingPairs>
  <TitlesOfParts>
    <vt:vector size="13" baseType="lpstr">
      <vt:lpstr>Aldhabi</vt:lpstr>
      <vt:lpstr>Arial</vt:lpstr>
      <vt:lpstr>Arial Nova</vt:lpstr>
      <vt:lpstr>Google Sans Text</vt:lpstr>
      <vt:lpstr>Grandview</vt:lpstr>
      <vt:lpstr>Wingdings</vt:lpstr>
      <vt:lpstr>CosineVTI</vt:lpstr>
      <vt:lpstr>Detección de Fraude en Transacciones Financieras</vt:lpstr>
      <vt:lpstr>Contexto y Objetivo</vt:lpstr>
      <vt:lpstr>Herramientas </vt:lpstr>
      <vt:lpstr>Procesamiento y Calidad de Datos</vt:lpstr>
      <vt:lpstr>Caracterización del Gasto y Tendencias Centrales</vt:lpstr>
      <vt:lpstr>Validación y Hallazgos Finales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CHRISTOPHER ISAAC FREYMUTH CANTILLANA</dc:creator>
  <cp:lastModifiedBy>CHRISTOPHER ISAAC FREYMUTH CANTILLANA</cp:lastModifiedBy>
  <cp:revision>1</cp:revision>
  <dcterms:created xsi:type="dcterms:W3CDTF">2026-04-09T21:46:34Z</dcterms:created>
  <dcterms:modified xsi:type="dcterms:W3CDTF">2026-04-10T03:44:30Z</dcterms:modified>
</cp:coreProperties>
</file>